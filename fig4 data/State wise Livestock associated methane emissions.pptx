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98"/>
    <p:restoredTop sz="94635"/>
  </p:normalViewPr>
  <p:slideViewPr>
    <p:cSldViewPr snapToGrid="0">
      <p:cViewPr varScale="1">
        <p:scale>
          <a:sx n="59" d="100"/>
          <a:sy n="59" d="100"/>
        </p:scale>
        <p:origin x="21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1CF1-6808-A59E-69F2-164CE4EFF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2BA1A-11D7-815B-C861-0252CA216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5526C-CCF4-E5A5-BEDA-FAEFD6DE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295D3-47DC-AF89-4AFC-2DDF36D5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30CEB-4211-7F59-0E87-EC559B3E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3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1885-26A2-D17E-0EE6-4F31034D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4E78B-ADE0-3079-9BEE-1EBA278DA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08602-6B05-3631-A7EA-FB521545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3F00D-64B3-7CF7-355C-F8330DAD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DAF50-381D-4B59-F295-043DDD0F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30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64DE-8E48-77AA-5A89-8ADAEEF0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61A42-B323-E0DD-1140-951B76FA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B375C-AA26-4F7F-BA21-40B84198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1E915-7184-ED30-2E5A-C6794EA1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F26BC-B733-E771-20A6-5F10B4D1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3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FF6D-CDFF-F5DB-461A-6D652D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D724A-6F5C-0133-7EE0-2CD0FF89A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120AD-6EBB-9CBC-C854-717FE44E4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6E81D-A339-A759-8C8A-1E5612A4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5CEB4-EAEB-86B1-5952-3F4D0C7E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200A0-1719-9851-18FC-4442663C8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0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6A0E-DA58-983D-4F94-0F3BDD0C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47ECA-5DE7-F51C-BF98-5AB51E65B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B78BD-CE31-BDB8-4A71-11B950ECA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98AFD-AEEB-765C-5AAC-51DB51005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6E80F-7C61-4A13-58ED-B379D4767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B2E739-A090-46D5-BEA8-0EC36A15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5BCBB-8D88-6EE3-52C2-429E4DF4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D2935-421A-55BE-F3B5-69B1ED36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10C4-8E76-5D32-C85B-7B9409C14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16D90-5C98-92B5-6F1E-BBCDD44E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B802F-E36C-1559-0299-0B762F139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22CDF-AAE6-57BD-0BA5-FC00A920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9F2DA-6B7B-F29D-EDAF-FFD84726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C6F13-256B-8D11-2D2F-466F5A51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9D91F-73BF-6DAB-0A42-2F6DD608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4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EF0E-57D9-4E1E-8661-FED5CB0D3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771F5-F33C-E85A-B156-D4556F6BF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55AA9-DE5F-8DA5-1F0D-64276B427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F29D9-B296-9338-53C6-B793C6C1A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91FCC-03E2-E4AC-0A43-BC45FF3E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A6903-EC4D-5DEC-6E38-1ADF80E9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21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AAD8-23EE-E656-FCDB-394FD2592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714C84-C66A-5ECC-4369-826446062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AC5E2-C246-4036-FDE6-2FB016A3A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70546-0EAB-C688-0F35-72ABB223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2D7CF-874D-F0FF-E165-71FF5992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E9C3D-22EE-BDD8-E15E-68256FF5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5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0BAB-2498-DC55-BE6E-2FC653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9C4A2-9A3B-8759-C8B7-39533C144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EBD1A-CF9A-88B0-4A6A-245071093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32730-8FED-31B0-AB7D-05C46394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75C29-67C4-C305-E8E5-DE086705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2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0C030-052B-0B0A-DA88-88DC51E08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B6F27-FC5C-BA68-15EC-FAA2E76D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8CF67-AC7B-FCAC-9244-34A9A0F7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8A78B-D946-B870-8AEC-49755C16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16618-0241-7572-14D1-96AE7C0C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9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74BE3-790E-286C-C2BE-E1F35A5A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FDA52-12F4-19BC-7F48-4795C9DB0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F7C68-F114-6248-7973-F96134F2B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E7C86-F508-7449-83EE-30B7B16E944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BAEA6-56A4-7622-8B68-B94FD7F38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C6A16-4D4F-BE50-5E6B-2A76C9260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5E74D-2D7C-B54B-B606-FA777901E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3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7F7709-B81D-6851-CAF0-BF913556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668" y="217297"/>
            <a:ext cx="7606665" cy="642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2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tanwar</dc:creator>
  <cp:lastModifiedBy>shivam tanwar</cp:lastModifiedBy>
  <cp:revision>1</cp:revision>
  <dcterms:created xsi:type="dcterms:W3CDTF">2024-07-22T04:02:38Z</dcterms:created>
  <dcterms:modified xsi:type="dcterms:W3CDTF">2024-07-22T04:03:20Z</dcterms:modified>
</cp:coreProperties>
</file>